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E2E TEST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Hari Krishna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Java 17 – Core programming language.</a:t>
            </a:r>
          </a:p>
          <a:p>
            <a:pPr>
              <a:buNone/>
              <a:defRPr sz="2000"/>
            </a:pPr>
            <a:r>
              <a:t>• Selenium WebDriver – UI automation.</a:t>
            </a:r>
          </a:p>
          <a:p>
            <a:pPr>
              <a:buNone/>
              <a:defRPr sz="2000"/>
            </a:pPr>
            <a:r>
              <a:t>• RestAssured – API automation.</a:t>
            </a:r>
          </a:p>
          <a:p>
            <a:pPr>
              <a:buNone/>
              <a:defRPr sz="2000"/>
            </a:pPr>
            <a:r>
              <a:t>• TestNG + Cucumber BDD – Execution &amp; BDD flow.</a:t>
            </a:r>
          </a:p>
          <a:p>
            <a:pPr>
              <a:buNone/>
              <a:defRPr sz="2000"/>
            </a:pPr>
            <a:r>
              <a:t>• Cucumber HTML Reporting – Primary reporting.</a:t>
            </a:r>
          </a:p>
          <a:p>
            <a:pPr>
              <a:buNone/>
              <a:defRPr sz="2000"/>
            </a:pPr>
            <a:r>
              <a:t>• Allure Reporting – Detailed rich reporting.</a:t>
            </a:r>
          </a:p>
          <a:p>
            <a:pPr>
              <a:buNone/>
              <a:defRPr sz="2000"/>
            </a:pPr>
            <a:r>
              <a:t>• Maven – Build &amp; dependency management.</a:t>
            </a:r>
          </a:p>
          <a:p>
            <a:pPr>
              <a:buNone/>
              <a:defRPr sz="2000"/>
            </a:pPr>
            <a:r>
              <a:t>• Jenkins – CI/CD automation.</a:t>
            </a:r>
          </a:p>
          <a:p>
            <a:pPr>
              <a:buNone/>
              <a:defRPr sz="2000"/>
            </a:pPr>
            <a:r>
              <a:t>• Git &amp; GitHub – Version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Framework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Hybrid framework using POM + BDD + API testing.</a:t>
            </a:r>
          </a:p>
          <a:p>
            <a:pPr>
              <a:buNone/>
              <a:defRPr sz="2000"/>
            </a:pPr>
            <a:r>
              <a:t>• Reusable utilities for waits, logs, and drivers.</a:t>
            </a:r>
          </a:p>
          <a:p>
            <a:pPr>
              <a:buNone/>
              <a:defRPr sz="2000"/>
            </a:pPr>
            <a:r>
              <a:t>• Supports both Cucumber and Allure reporting.</a:t>
            </a:r>
          </a:p>
          <a:p>
            <a:pPr>
              <a:buNone/>
              <a:defRPr sz="2000"/>
            </a:pPr>
            <a:r>
              <a:t>• Parallel execution using TestNG/Cucumber.</a:t>
            </a:r>
          </a:p>
          <a:p>
            <a:pPr>
              <a:buNone/>
              <a:defRPr sz="2000"/>
            </a:pPr>
            <a:r>
              <a:t>• Environment-based config handling.</a:t>
            </a:r>
          </a:p>
          <a:p>
            <a:pPr>
              <a:buNone/>
              <a:defRPr sz="2000"/>
            </a:pPr>
            <a:r>
              <a:t>• Strong exception handling with retries.</a:t>
            </a:r>
          </a:p>
          <a:p>
            <a:pPr>
              <a:buNone/>
              <a:defRPr sz="2000"/>
            </a:pPr>
            <a:r>
              <a:t>• Page Object Model for better reusability.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t>Automation 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features/ – Cucumber Feature Files.</a:t>
            </a:r>
          </a:p>
          <a:p>
            <a:pPr>
              <a:buNone/>
              <a:defRPr sz="2000"/>
            </a:pPr>
            <a:r>
              <a:t>• stepdefinitions/ – Glue code.</a:t>
            </a:r>
          </a:p>
          <a:p>
            <a:pPr>
              <a:buNone/>
              <a:defRPr sz="2000"/>
            </a:pPr>
            <a:r>
              <a:t>• pages/ – Page Object Model classes.</a:t>
            </a:r>
          </a:p>
          <a:p>
            <a:pPr>
              <a:buNone/>
              <a:defRPr sz="2000"/>
            </a:pPr>
            <a:r>
              <a:t>• api/ – API request utilities.</a:t>
            </a:r>
          </a:p>
          <a:p>
            <a:pPr>
              <a:buNone/>
              <a:defRPr sz="2000"/>
            </a:pPr>
            <a:r>
              <a:t>• utils/ – Helper &amp; reusable utilities.</a:t>
            </a:r>
          </a:p>
          <a:p>
            <a:pPr>
              <a:buNone/>
              <a:defRPr sz="2000"/>
            </a:pPr>
            <a:r>
              <a:t>• config/ – Environment configuration files.</a:t>
            </a:r>
          </a:p>
          <a:p>
            <a:pPr>
              <a:buNone/>
              <a:defRPr sz="2000"/>
            </a:pPr>
            <a:r>
              <a:t>• runners/ – Test execution runners.</a:t>
            </a:r>
          </a:p>
          <a:p>
            <a:pPr>
              <a:buNone/>
              <a:defRPr sz="2000"/>
            </a:pPr>
            <a:r>
              <a:t>• reports/ – Cucumber + Allure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Dynamic UI element handling.</a:t>
            </a:r>
          </a:p>
          <a:p>
            <a:pPr>
              <a:buNone/>
              <a:defRPr sz="2000"/>
            </a:pPr>
            <a:r>
              <a:t>• Synchronization issues while loading pages.</a:t>
            </a:r>
          </a:p>
          <a:p>
            <a:pPr>
              <a:buNone/>
              <a:defRPr sz="2000"/>
            </a:pPr>
            <a:r>
              <a:t>• Integrating UI + API flows together.</a:t>
            </a:r>
          </a:p>
          <a:p>
            <a:pPr>
              <a:buNone/>
              <a:defRPr sz="2000"/>
            </a:pPr>
            <a:r>
              <a:t>• Jenkins dependency issues.</a:t>
            </a:r>
          </a:p>
          <a:p>
            <a:pPr>
              <a:buNone/>
              <a:defRPr sz="2000"/>
            </a:pPr>
            <a:r>
              <a:t>• Git merge conflicts &amp; permission errors.</a:t>
            </a:r>
          </a:p>
          <a:p>
            <a:pPr>
              <a:buNone/>
              <a:defRPr sz="2000"/>
            </a:pPr>
            <a:r>
              <a:t>• Managing API test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Better understanding of hybrid frameworks.</a:t>
            </a:r>
          </a:p>
          <a:p>
            <a:pPr>
              <a:buNone/>
              <a:defRPr sz="2000"/>
            </a:pPr>
            <a:r>
              <a:t>• Hands-on experience with Cucumber + Allure reporting.</a:t>
            </a:r>
          </a:p>
          <a:p>
            <a:pPr>
              <a:buNone/>
              <a:defRPr sz="2000"/>
            </a:pPr>
            <a:r>
              <a:t>• Improved debugging practices.</a:t>
            </a:r>
          </a:p>
          <a:p>
            <a:pPr>
              <a:buNone/>
              <a:defRPr sz="2000"/>
            </a:pPr>
            <a:r>
              <a:t>• Strengthened knowledge in CI/CD pipelines.</a:t>
            </a:r>
          </a:p>
          <a:p>
            <a:pPr>
              <a:buNone/>
              <a:defRPr sz="2000"/>
            </a:pPr>
            <a:r>
              <a:t>• Enhanced framework structuring concepts.</a:t>
            </a:r>
          </a:p>
          <a:p>
            <a:pPr>
              <a:buNone/>
              <a:defRPr sz="2000"/>
            </a:pPr>
            <a:r>
              <a:t>• Understanding UI + API integrated 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t>Future Enhancements /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  <a:p>
            <a:pPr>
              <a:buNone/>
              <a:defRPr sz="2000"/>
            </a:pPr>
            <a:r>
              <a:t>• API automation integration using Rest Assured</a:t>
            </a:r>
          </a:p>
          <a:p>
            <a:pPr>
              <a:buNone/>
              <a:defRPr sz="2000"/>
            </a:pPr>
            <a:r>
              <a:t>• Parallel execution</a:t>
            </a:r>
          </a:p>
          <a:p>
            <a:pPr>
              <a:buNone/>
              <a:defRPr sz="2000"/>
            </a:pPr>
            <a:r>
              <a:t>• CI/CD integration using GitHub Actions or Jenkins</a:t>
            </a:r>
          </a:p>
          <a:p>
            <a:pPr>
              <a:buNone/>
              <a:defRPr sz="2000"/>
            </a:pPr>
            <a:r>
              <a:t>• Advanced reporting with Allure or Extent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Prepared by: Hari Krishna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100">
                <a:solidFill>
                  <a:srgbClr val="003399"/>
                </a:solidFill>
              </a:defRPr>
            </a:pPr>
            <a:r>
              <a:t>Confidential | Automation Framework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1890</TotalTime>
  <Words>363</Words>
  <Application>Microsoft Macintosh PowerPoint</Application>
  <PresentationFormat>On-screen Show (4:3)</PresentationFormat>
  <Paragraphs>73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E2E TEST FRAMEWORK</vt:lpstr>
      <vt:lpstr>Tech Stack Used</vt:lpstr>
      <vt:lpstr>Framework Features</vt:lpstr>
      <vt:lpstr>Automation Framework Architecture</vt:lpstr>
      <vt:lpstr>Challenges Faced</vt:lpstr>
      <vt:lpstr>Learnings</vt:lpstr>
      <vt:lpstr>Future Enhancements / Roadmap</vt:lpstr>
      <vt:lpstr>Thank You!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TEST FRAMEWORK</dc:title>
  <dc:subject/>
  <dc:creator/>
  <cp:keywords/>
  <dc:description>generated using python-pptx</dc:description>
  <cp:lastModifiedBy>Hari Krishna</cp:lastModifiedBy>
  <cp:revision>35</cp:revision>
  <dcterms:created xsi:type="dcterms:W3CDTF">2013-01-27T09:14:16Z</dcterms:created>
  <dcterms:modified xsi:type="dcterms:W3CDTF">2026-01-03T13:00:22Z</dcterms:modified>
  <cp:category/>
</cp:coreProperties>
</file>